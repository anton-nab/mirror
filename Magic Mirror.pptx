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5"/>
  </p:notesMasterIdLst>
  <p:handoutMasterIdLst>
    <p:handoutMasterId r:id="rId16"/>
  </p:handoutMasterIdLst>
  <p:sldIdLst>
    <p:sldId id="304" r:id="rId5"/>
    <p:sldId id="314" r:id="rId6"/>
    <p:sldId id="315" r:id="rId7"/>
    <p:sldId id="299" r:id="rId8"/>
    <p:sldId id="310" r:id="rId9"/>
    <p:sldId id="258" r:id="rId10"/>
    <p:sldId id="301" r:id="rId11"/>
    <p:sldId id="311" r:id="rId12"/>
    <p:sldId id="268" r:id="rId13"/>
    <p:sldId id="305" r:id="rId14"/>
  </p:sldIdLst>
  <p:sldSz cx="12192000" cy="6858000"/>
  <p:notesSz cx="6858000" cy="9144000"/>
  <p:defaultTextStyle>
    <a:defPPr rtl="0"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6" name="Author" initials="A" lastIdx="0" clrIdx="5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3750" autoAdjust="0"/>
  </p:normalViewPr>
  <p:slideViewPr>
    <p:cSldViewPr snapToGrid="0">
      <p:cViewPr varScale="1">
        <p:scale>
          <a:sx n="83" d="100"/>
          <a:sy n="83" d="100"/>
        </p:scale>
        <p:origin x="686" y="82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93" d="100"/>
          <a:sy n="93" d="100"/>
        </p:scale>
        <p:origin x="2958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commentAuthors" Target="commentAuthors.xml"/><Relationship Id="rId2" Type="http://schemas.openxmlformats.org/officeDocument/2006/relationships/customXml" Target="../customXml/item2.xml"/><Relationship Id="rId16" Type="http://schemas.openxmlformats.org/officeDocument/2006/relationships/handoutMaster" Target="handoutMasters/handoutMaster1.xml"/><Relationship Id="rId20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microsoft.com/office/2018/10/relationships/authors" Target="author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en-tête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FE00F450-55E9-4D4A-99B6-69BD32AFA22B}" type="datetime1">
              <a:rPr lang="fr-FR" smtClean="0"/>
              <a:t>09/12/2022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fr-FR" noProof="0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CC85DD6-4067-463F-9436-05668282E6B5}" type="datetime1">
              <a:rPr lang="fr-FR" smtClean="0"/>
              <a:pPr/>
              <a:t>09/12/2022</a:t>
            </a:fld>
            <a:endParaRPr lang="fr-FR" dirty="0"/>
          </a:p>
        </p:txBody>
      </p:sp>
      <p:sp>
        <p:nvSpPr>
          <p:cNvPr id="4" name="Espace réservé de l’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fr-FR" noProof="0"/>
          </a:p>
        </p:txBody>
      </p:sp>
      <p:sp>
        <p:nvSpPr>
          <p:cNvPr id="5" name="Espace réservé des commentair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fr-FR" noProof="0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fr-FR" smtClean="0"/>
              <a:t>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fr-FR" smtClean="0"/>
              <a:t>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3785492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fr-FR" smtClean="0"/>
              <a:t>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fr-FR" smtClean="0"/>
              <a:t>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84235461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fr-FR" smtClean="0"/>
              <a:t>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2787559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fr-FR" smtClean="0"/>
              <a:t>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78394171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fr-FR" smtClean="0"/>
              <a:t>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378718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fr-FR" smtClean="0"/>
              <a:t>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022665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fr-FR" smtClean="0"/>
              <a:t>10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77786770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e de titr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fr-FR" noProof="0"/>
              <a:t>6,53</a:t>
            </a:r>
          </a:p>
          <a:p>
            <a:pPr algn="ctr" rtl="0"/>
            <a:endParaRPr lang="fr-FR" noProof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fr-FR" noProof="0"/>
              <a:t>Cliquez ici pour modifier</a:t>
            </a:r>
          </a:p>
        </p:txBody>
      </p:sp>
      <p:grpSp>
        <p:nvGrpSpPr>
          <p:cNvPr id="10" name="Espace réservé d’image 16" descr="illustration abstraite colorée de bâtiment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Qui sommes-no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fr-FR" noProof="0"/>
              <a:t>Titre de la présentation promotionnelle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grpSp>
        <p:nvGrpSpPr>
          <p:cNvPr id="971" name="Espace réservé d’image 986" descr="illustration abstraite colorée de bâtiment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è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Espace réservé d’image 57" descr="illustration abstraite colorée de bâtiment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9" name="Espace réservé du texte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  <p:sp>
        <p:nvSpPr>
          <p:cNvPr id="10" name="Espace réservé du texte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1" name="Espace réservé du texte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  <p:sp>
        <p:nvSpPr>
          <p:cNvPr id="12" name="Espace réservé du texte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3" name="Espace réservé du texte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  <p:sp>
        <p:nvSpPr>
          <p:cNvPr id="14" name="Espace réservé du texte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5" name="Espace réservé du texte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  <p:sp>
        <p:nvSpPr>
          <p:cNvPr id="18" name="Espace réservé du texte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9" name="Espace réservé du texte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Espace réservé d’image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01/07/20XX</a:t>
            </a:r>
          </a:p>
        </p:txBody>
      </p:sp>
      <p:sp>
        <p:nvSpPr>
          <p:cNvPr id="10" name="Espace réservé du texte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1" name="Espace réservé du texte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  <p:sp>
        <p:nvSpPr>
          <p:cNvPr id="12" name="Espace réservé du texte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3" name="Espace réservé du texte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  <p:sp>
        <p:nvSpPr>
          <p:cNvPr id="19" name="Espace réservé du texte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20" name="Espace réservé du texte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  <p:sp>
        <p:nvSpPr>
          <p:cNvPr id="21" name="Espace réservé du texte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22" name="Espace réservé du texte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TITRE</a:t>
            </a:r>
          </a:p>
        </p:txBody>
      </p:sp>
      <p:sp>
        <p:nvSpPr>
          <p:cNvPr id="15" name="Espace réservé du pied de page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16" name="Espace réservé du numéro de diapositive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ésentation du produi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Espace réservé d’image 1029" descr="illustration abstraite colorée de bâtiment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fr-FR" noProof="0"/>
              <a:t>01/07/20XX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fr-FR" noProof="0" smtClean="0"/>
              <a:pPr rtl="0"/>
              <a:t>‹N°›</a:t>
            </a:fld>
            <a:endParaRPr lang="fr-FR" noProof="0"/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21" name="Espace réservé du texte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17" name="Espace réservé du texte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18" name="Espace réservé du texte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19" name="Espace réservé du texte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22" name="Espace réservé du texte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23" name="Espace réservé du texte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24" name="Espace réservé du texte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fr-FR" noProof="0"/>
              <a:t>Titre de la présentation promotionnelle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Avantages du produi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cxnSp>
        <p:nvCxnSpPr>
          <p:cNvPr id="27" name="Connecteur droit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13" name="Espace réservé du contenu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icône</a:t>
            </a:r>
          </a:p>
        </p:txBody>
      </p:sp>
      <p:sp>
        <p:nvSpPr>
          <p:cNvPr id="19" name="Espace réservé du contenu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icône</a:t>
            </a:r>
          </a:p>
        </p:txBody>
      </p:sp>
      <p:sp>
        <p:nvSpPr>
          <p:cNvPr id="22" name="Espace réservé du contenu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icône</a:t>
            </a:r>
          </a:p>
        </p:txBody>
      </p:sp>
      <p:sp>
        <p:nvSpPr>
          <p:cNvPr id="23" name="Espace réservé du texte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34" name="Espace réservé du texte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35" name="Espace réservé du texte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Description de la section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-têt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grpSp>
        <p:nvGrpSpPr>
          <p:cNvPr id="7" name="Espace réservé d’image 795" descr="illustration abstraite colorée de bâtiment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Modèle commer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13" name="Espace réservé du contenu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icône</a:t>
            </a:r>
          </a:p>
        </p:txBody>
      </p:sp>
      <p:sp>
        <p:nvSpPr>
          <p:cNvPr id="17" name="Espace réservé du texte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19" name="Espace réservé du contenu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icône</a:t>
            </a:r>
          </a:p>
        </p:txBody>
      </p:sp>
      <p:sp>
        <p:nvSpPr>
          <p:cNvPr id="20" name="Espace réservé du texte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22" name="Espace réservé du contenu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icône</a:t>
            </a:r>
          </a:p>
        </p:txBody>
      </p:sp>
      <p:sp>
        <p:nvSpPr>
          <p:cNvPr id="23" name="Espace réservé du texte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15" name="Espace réservé du texte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PUCE 2</a:t>
            </a:r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PUCE 3</a:t>
            </a:r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PUCE 4</a:t>
            </a:r>
          </a:p>
        </p:txBody>
      </p:sp>
      <p:cxnSp>
        <p:nvCxnSpPr>
          <p:cNvPr id="10" name="Connecteur droit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Connecteur droit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necteur droit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Vue d’ensemble du march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cxnSp>
        <p:nvCxnSpPr>
          <p:cNvPr id="11" name="Connecteur droit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r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fr-FR" noProof="0" smtClean="0"/>
              <a:pPr rtl="0"/>
              <a:t>‹N°›</a:t>
            </a:fld>
            <a:endParaRPr lang="fr-FR" noProof="0"/>
          </a:p>
        </p:txBody>
      </p:sp>
      <p:sp>
        <p:nvSpPr>
          <p:cNvPr id="16" name="Espace réservé du texte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fr-FR" noProof="0"/>
              <a:t>1</a:t>
            </a:r>
          </a:p>
        </p:txBody>
      </p:sp>
      <p:sp>
        <p:nvSpPr>
          <p:cNvPr id="17" name="Espace réservé du texte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fr-FR" noProof="0"/>
              <a:t>2</a:t>
            </a:r>
          </a:p>
        </p:txBody>
      </p:sp>
      <p:sp>
        <p:nvSpPr>
          <p:cNvPr id="18" name="Espace réservé du texte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fr-FR" noProof="0"/>
              <a:t>3</a:t>
            </a:r>
          </a:p>
        </p:txBody>
      </p:sp>
      <p:sp>
        <p:nvSpPr>
          <p:cNvPr id="20" name="Espace réservé du texte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21" name="Espace réservé du texte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24" name="Espace réservé de la date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01/07/20XX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mparaison du march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fr-FR" noProof="0" smtClean="0"/>
              <a:pPr rtl="0"/>
              <a:t>‹N°›</a:t>
            </a:fld>
            <a:endParaRPr lang="fr-FR" noProof="0"/>
          </a:p>
        </p:txBody>
      </p:sp>
      <p:sp>
        <p:nvSpPr>
          <p:cNvPr id="16" name="Espace réservé du texte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fr-FR" noProof="0"/>
              <a:t>1</a:t>
            </a:r>
          </a:p>
        </p:txBody>
      </p:sp>
      <p:sp>
        <p:nvSpPr>
          <p:cNvPr id="17" name="Espace réservé du texte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fr-FR" noProof="0"/>
              <a:t>2</a:t>
            </a:r>
          </a:p>
        </p:txBody>
      </p:sp>
      <p:sp>
        <p:nvSpPr>
          <p:cNvPr id="18" name="Espace réservé du texte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fr-FR" noProof="0"/>
              <a:t>3</a:t>
            </a:r>
          </a:p>
        </p:txBody>
      </p:sp>
      <p:sp>
        <p:nvSpPr>
          <p:cNvPr id="20" name="Espace réservé du texte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21" name="Espace réservé du texte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fr-FR" noProof="0"/>
              <a:t>EN-TÊTE DE SECTION</a:t>
            </a: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Description de la section</a:t>
            </a:r>
          </a:p>
        </p:txBody>
      </p:sp>
      <p:sp>
        <p:nvSpPr>
          <p:cNvPr id="22" name="Espace réservé du texte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fr-FR" noProof="0"/>
              <a:t>EN-TÊTE DE SECTION</a:t>
            </a:r>
          </a:p>
        </p:txBody>
      </p:sp>
      <p:sp>
        <p:nvSpPr>
          <p:cNvPr id="23" name="Espace réservé du texte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fr-FR" noProof="0"/>
              <a:t>EN-TÊTE DE SECTION</a:t>
            </a:r>
          </a:p>
        </p:txBody>
      </p:sp>
      <p:sp>
        <p:nvSpPr>
          <p:cNvPr id="19" name="Espace réservé de la date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01/07/20XX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cxnSp>
        <p:nvCxnSpPr>
          <p:cNvPr id="13" name="Connecteur droit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r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01/07/20XX</a:t>
            </a:r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fr-FR" noProof="0" smtClean="0"/>
              <a:pPr rtl="0"/>
              <a:t>‹N°›</a:t>
            </a:fld>
            <a:endParaRPr lang="fr-FR" noProof="0"/>
          </a:p>
        </p:txBody>
      </p:sp>
      <p:sp>
        <p:nvSpPr>
          <p:cNvPr id="10" name="Espace réservé du texte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TITRE DU QUADRANT</a:t>
            </a:r>
          </a:p>
        </p:txBody>
      </p:sp>
      <p:sp>
        <p:nvSpPr>
          <p:cNvPr id="11" name="Espace réservé du texte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TITRE DU QUADRANT</a:t>
            </a:r>
          </a:p>
        </p:txBody>
      </p:sp>
      <p:sp>
        <p:nvSpPr>
          <p:cNvPr id="12" name="Espace réservé du texte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TITRE DU QUADRANT</a:t>
            </a:r>
          </a:p>
        </p:txBody>
      </p:sp>
      <p:sp>
        <p:nvSpPr>
          <p:cNvPr id="13" name="Espace réservé du texte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TITRE DU QUADRANT</a:t>
            </a:r>
          </a:p>
        </p:txBody>
      </p:sp>
      <p:cxnSp>
        <p:nvCxnSpPr>
          <p:cNvPr id="5" name="Connecteur droit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necteur droit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Espace réservé de la date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01/07/20XX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Stratégie de croissance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5" name="Rectangle 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21" name="Espace réservé du texte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32" name="Espace réservé du texte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34" name="Espace réservé du texte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20" name="Espace réservé du texte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31" name="Espace réservé du texte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sp>
        <p:nvSpPr>
          <p:cNvPr id="33" name="Espace réservé du texte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  <p:grpSp>
        <p:nvGrpSpPr>
          <p:cNvPr id="956" name="Espace réservé d’image 1925" descr="illustration abstraite colorée de bâtiment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  <p:sp>
        <p:nvSpPr>
          <p:cNvPr id="959" name="Espace réservé du pied de page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fr-FR" noProof="0"/>
              <a:t>Titre de la présentation promotionnelle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fr-FR" noProof="0"/>
              <a:t>01/07/20XX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fr-FR" noProof="0" smtClean="0"/>
              <a:pPr rtl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01/07/20XX</a:t>
            </a:r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Cliquer surr texte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hronolog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fr-FR" noProof="0" smtClean="0"/>
              <a:pPr rtl="0"/>
              <a:t>‹N°›</a:t>
            </a:fld>
            <a:endParaRPr lang="fr-FR" noProof="0"/>
          </a:p>
        </p:txBody>
      </p:sp>
      <p:sp>
        <p:nvSpPr>
          <p:cNvPr id="39" name="Espace réservé du texte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Année</a:t>
            </a:r>
          </a:p>
        </p:txBody>
      </p:sp>
      <p:sp>
        <p:nvSpPr>
          <p:cNvPr id="40" name="Espace réservé du texte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41" name="Espace réservé du texte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42" name="Espace réservé du texte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43" name="Espace réservé du texte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44" name="Espace réservé du texte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Année</a:t>
            </a:r>
          </a:p>
        </p:txBody>
      </p:sp>
      <p:sp>
        <p:nvSpPr>
          <p:cNvPr id="45" name="Espace réservé du texte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46" name="Espace réservé du texte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47" name="Espace réservé du texte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48" name="Espace réservé du texte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49" name="Espace réservé du texte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0" name="Espace réservé du texte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1" name="Espace réservé du texte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2" name="Espace réservé du texte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3" name="Espace réservé du texte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4" name="Espace réservé du texte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5" name="Espace réservé du texte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6" name="Espace réservé du texte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7" name="Espace réservé du texte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8" name="Espace réservé du texte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59" name="Espace réservé du texte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60" name="Espace réservé du texte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61" name="Espace réservé du texte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62" name="Espace réservé du texte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63" name="Espace réservé du texte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sp>
        <p:nvSpPr>
          <p:cNvPr id="64" name="Espace réservé du texte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MM</a:t>
            </a:r>
          </a:p>
        </p:txBody>
      </p:sp>
      <p:cxnSp>
        <p:nvCxnSpPr>
          <p:cNvPr id="65" name="Connecteur droit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Espace réservé du texte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Titre de l’élément</a:t>
            </a:r>
          </a:p>
        </p:txBody>
      </p:sp>
      <p:sp>
        <p:nvSpPr>
          <p:cNvPr id="67" name="Espace réservé du texte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fr-FR" noProof="0"/>
              <a:t>Mois, Année</a:t>
            </a:r>
          </a:p>
        </p:txBody>
      </p:sp>
      <p:sp>
        <p:nvSpPr>
          <p:cNvPr id="68" name="Espace réservé de la date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01/07/20XX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Équipe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01/07/20XX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9" name="Espace réservé du texte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11" name="Espace réservé d’image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2" name="Rectangle 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3" name="Espace réservé du texte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14" name="Espace réservé du texte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15" name="Espace réservé d’image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6" name="Rectangle 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7" name="Espace réservé du texte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18" name="Espace réservé du texte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19" name="Espace réservé d’image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21" name="Espace réservé du texte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2" name="Espace réservé du texte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3" name="Espace réservé d’image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Équipe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41" name="Espace réservé d’image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43" name="Espace réservé d’image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45" name="Espace réservé d’image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47" name="Espace réservé d’image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01/07/20XX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9" name="Espace réservé du texte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13" name="Espace réservé du texte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14" name="Espace réservé du texte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17" name="Espace réservé du texte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18" name="Espace réservé du texte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1" name="Espace réservé du texte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2" name="Espace réservé du texte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5" name="Espace réservé du texte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6" name="Espace réservé du texte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9" name="Espace réservé du texte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30" name="Espace réservé du texte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33" name="Espace réservé du texte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34" name="Espace réservé du texte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37" name="Espace réservé du texte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38" name="Espace réservé du texte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55" name="Espace réservé d’image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57" name="Espace réservé d’image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59" name="Espace réservé d’image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61" name="Espace réservé d’image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c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7" name="Espace réservé du contenu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8" name="Espace réservé du contenu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9" name="Espace réservé du contenu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0" name="Espace réservé du contenu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1" name="Espace réservé du texte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fr-FR" noProof="0"/>
              <a:t>CLIQUEZ ICI POUR MODIFIER LE SOUS-TITRE</a:t>
            </a:r>
          </a:p>
        </p:txBody>
      </p:sp>
      <p:sp>
        <p:nvSpPr>
          <p:cNvPr id="12" name="Espace réservé du texte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3" name="Espace réservé du texte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fr-FR" noProof="0"/>
              <a:t>CLIQUEZ ICI POUR MODIFIER LE SOUS-TITRE</a:t>
            </a:r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5" name="Espace réservé du texte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fr-FR" noProof="0"/>
              <a:t>CLIQUEZ ICI POUR MODIFIER LE SOUS-TITRE</a:t>
            </a:r>
          </a:p>
        </p:txBody>
      </p:sp>
      <p:sp>
        <p:nvSpPr>
          <p:cNvPr id="16" name="Espace réservé du texte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7" name="Espace réservé du texte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fr-FR" noProof="0"/>
              <a:t>CLIQUEZ ICI POUR MODIFIER LE SOUS-TITRE</a:t>
            </a:r>
          </a:p>
        </p:txBody>
      </p:sp>
      <p:sp>
        <p:nvSpPr>
          <p:cNvPr id="18" name="Espace réservé du texte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19" name="Espace réservé du texte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20" name="Espace réservé du texte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21" name="Espace réservé du texte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sp>
        <p:nvSpPr>
          <p:cNvPr id="22" name="Espace réservé du texte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ynthèse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Espace réservé d’image 20" descr="illustration abstraite colorée de bâtiment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fr-FR" noProof="0"/>
              <a:t>CLIQUEZ ICI POUR MODIFIER LE TITRE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675" name="Espace réservé du texte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Merci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fr-FR" noProof="0"/>
              <a:t>CLIQUEZ POUR MODIFIER LE STYLE DU TITRE DE MASQUE</a:t>
            </a:r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fr-FR" noProof="0"/>
              <a:t>Cliquez ici pour modifier le texte</a:t>
            </a:r>
          </a:p>
        </p:txBody>
      </p:sp>
      <p:grpSp>
        <p:nvGrpSpPr>
          <p:cNvPr id="10" name="Espace réservé d’image 44" descr="illustration abstraite colorée de bâtiment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1/7/20XX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fr-FR" noProof="0"/>
              <a:t>CLIQUEZ POUR MODIFIER LE STYLE DU TITRE DE MASQUE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1/7/20XX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Titre du pitch deck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fr-FR" noProof="0" smtClean="0"/>
              <a:pPr rtl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image" Target="../media/image1.jpeg"/><Relationship Id="rId7" Type="http://schemas.openxmlformats.org/officeDocument/2006/relationships/image" Target="../media/image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9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r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774706" cy="1547583"/>
          </a:xfrm>
        </p:spPr>
        <p:txBody>
          <a:bodyPr rtlCol="0"/>
          <a:lstStyle/>
          <a:p>
            <a:pPr rtl="0"/>
            <a:r>
              <a:rPr lang="fr-FR" dirty="0"/>
              <a:t>Magic Mirror </a:t>
            </a:r>
          </a:p>
        </p:txBody>
      </p:sp>
      <p:sp>
        <p:nvSpPr>
          <p:cNvPr id="20" name="Sous-titre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/>
          <a:lstStyle/>
          <a:p>
            <a:pPr rtl="0"/>
            <a:r>
              <a:rPr lang="fr-FR" dirty="0"/>
              <a:t>Gestion d’affichage</a:t>
            </a:r>
          </a:p>
        </p:txBody>
      </p:sp>
      <p:sp>
        <p:nvSpPr>
          <p:cNvPr id="2" name="Sous-titre 2">
            <a:extLst>
              <a:ext uri="{FF2B5EF4-FFF2-40B4-BE49-F238E27FC236}">
                <a16:creationId xmlns:a16="http://schemas.microsoft.com/office/drawing/2014/main" id="{E2EF100B-D2DE-6973-0726-0DA4B967C848}"/>
              </a:ext>
            </a:extLst>
          </p:cNvPr>
          <p:cNvSpPr txBox="1">
            <a:spLocks/>
          </p:cNvSpPr>
          <p:nvPr/>
        </p:nvSpPr>
        <p:spPr>
          <a:xfrm>
            <a:off x="8824729" y="5262814"/>
            <a:ext cx="4379976" cy="61337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dirty="0"/>
              <a:t>Anton NABHOLZ 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CA3CC571-0CA0-84D7-C0E9-0D88F6D04024}"/>
              </a:ext>
            </a:extLst>
          </p:cNvPr>
          <p:cNvSpPr txBox="1">
            <a:spLocks/>
          </p:cNvSpPr>
          <p:nvPr/>
        </p:nvSpPr>
        <p:spPr>
          <a:xfrm>
            <a:off x="8824729" y="5716046"/>
            <a:ext cx="4379976" cy="61337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dirty="0"/>
              <a:t>Mastère 1: Mécatronique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>
        <p14:ripple/>
      </p:transition>
    </mc:Choice>
    <mc:Fallback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>
            <a:extLst>
              <a:ext uri="{FF2B5EF4-FFF2-40B4-BE49-F238E27FC236}">
                <a16:creationId xmlns:a16="http://schemas.microsoft.com/office/drawing/2014/main" id="{6FB130E4-FF57-470E-4136-7FCD85EA6F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0" y="0"/>
            <a:ext cx="6858000" cy="6858000"/>
          </a:xfrm>
          <a:prstGeom prst="rect">
            <a:avLst/>
          </a:prstGeom>
          <a:noFill/>
          <a:ln>
            <a:noFill/>
          </a:ln>
          <a:effectLst>
            <a:outerShdw blurRad="63500" dist="266700" dir="5400000" sx="1000" sy="1000" algn="ctr" rotWithShape="0">
              <a:schemeClr val="bg1">
                <a:alpha val="56000"/>
              </a:schemeClr>
            </a:outerShdw>
          </a:effectLst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0"/>
            <a:ext cx="4114800" cy="1325563"/>
          </a:xfrm>
        </p:spPr>
        <p:txBody>
          <a:bodyPr rtlCol="0">
            <a:normAutofit/>
          </a:bodyPr>
          <a:lstStyle/>
          <a:p>
            <a:pPr rtl="0"/>
            <a:r>
              <a:rPr lang="fr-FR" dirty="0"/>
              <a:t>À PROPOS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1531" y="2766218"/>
            <a:ext cx="4417464" cy="1325564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285750" indent="-285750" rtl="0">
              <a:buFontTx/>
              <a:buChar char="-"/>
            </a:pPr>
            <a:r>
              <a:rPr lang="fr-FR" sz="1800" dirty="0"/>
              <a:t>Miroir connecté </a:t>
            </a:r>
          </a:p>
          <a:p>
            <a:pPr marL="285750" indent="-285750" rtl="0">
              <a:buFontTx/>
              <a:buChar char="-"/>
            </a:pPr>
            <a:r>
              <a:rPr lang="fr-FR" sz="1800" dirty="0"/>
              <a:t>Beaucoup de </a:t>
            </a:r>
            <a:r>
              <a:rPr lang="fr-FR" sz="1800" dirty="0" err="1"/>
              <a:t>features</a:t>
            </a:r>
            <a:endParaRPr lang="fr-FR" sz="1800" dirty="0"/>
          </a:p>
          <a:p>
            <a:pPr marL="285750" indent="-285750" rtl="0">
              <a:buFontTx/>
              <a:buChar char="-"/>
            </a:pPr>
            <a:r>
              <a:rPr lang="fr-FR" sz="1800" dirty="0"/>
              <a:t>Créer pour satisfaire</a:t>
            </a:r>
          </a:p>
        </p:txBody>
      </p:sp>
      <p:sp>
        <p:nvSpPr>
          <p:cNvPr id="10" name="Espace réservé de la date 9">
            <a:extLst>
              <a:ext uri="{FF2B5EF4-FFF2-40B4-BE49-F238E27FC236}">
                <a16:creationId xmlns:a16="http://schemas.microsoft.com/office/drawing/2014/main" id="{5B977C86-3B4D-43C8-8241-380CB8620E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fr-FR" dirty="0"/>
              <a:t>09/12/2022</a:t>
            </a:r>
          </a:p>
        </p:txBody>
      </p:sp>
      <p:sp>
        <p:nvSpPr>
          <p:cNvPr id="988" name="Espace réservé du pied de page 4">
            <a:extLst>
              <a:ext uri="{FF2B5EF4-FFF2-40B4-BE49-F238E27FC236}">
                <a16:creationId xmlns:a16="http://schemas.microsoft.com/office/drawing/2014/main" id="{913B4A80-6C83-FB4C-8D49-B81A9804DE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568675" y="6356350"/>
            <a:ext cx="2743200" cy="365125"/>
          </a:xfrm>
        </p:spPr>
        <p:txBody>
          <a:bodyPr rtlCol="0"/>
          <a:lstStyle/>
          <a:p>
            <a:pPr algn="ctr" rtl="0"/>
            <a:r>
              <a:rPr lang="fr-FR" dirty="0"/>
              <a:t>Magic Mirror- Gestion d’affichage          </a:t>
            </a:r>
          </a:p>
        </p:txBody>
      </p:sp>
      <p:sp>
        <p:nvSpPr>
          <p:cNvPr id="15" name="Espace réservé du numéro de diapositive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fr-FR" smtClean="0"/>
              <a:pPr/>
              <a:t>2</a:t>
            </a:fld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E8B5A4D2-D12E-4DDA-68DB-D833EAED2FA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78427" y="522552"/>
            <a:ext cx="635145" cy="889203"/>
          </a:xfrm>
          <a:prstGeom prst="rect">
            <a:avLst/>
          </a:prstGeom>
        </p:spPr>
      </p:pic>
      <p:pic>
        <p:nvPicPr>
          <p:cNvPr id="7" name="Image 6" descr="Une image contenant piscine à balles, sport&#10;&#10;Description générée automatiquement">
            <a:extLst>
              <a:ext uri="{FF2B5EF4-FFF2-40B4-BE49-F238E27FC236}">
                <a16:creationId xmlns:a16="http://schemas.microsoft.com/office/drawing/2014/main" id="{B05D5D01-4EF6-6BAF-39C0-9B87DBD7DDD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19186" y="522552"/>
            <a:ext cx="1015873" cy="1015873"/>
          </a:xfrm>
          <a:prstGeom prst="rect">
            <a:avLst/>
          </a:prstGeom>
        </p:spPr>
      </p:pic>
      <p:pic>
        <p:nvPicPr>
          <p:cNvPr id="9" name="Image 8" descr="Une image contenant texte, clipart, graphiques vectoriels&#10;&#10;Description générée automatiquement">
            <a:extLst>
              <a:ext uri="{FF2B5EF4-FFF2-40B4-BE49-F238E27FC236}">
                <a16:creationId xmlns:a16="http://schemas.microsoft.com/office/drawing/2014/main" id="{97DF57E7-D153-7D46-831C-D1AAEDD582B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36444" y="376677"/>
            <a:ext cx="1155556" cy="1180952"/>
          </a:xfrm>
          <a:prstGeom prst="rect">
            <a:avLst/>
          </a:prstGeom>
        </p:spPr>
      </p:pic>
      <p:pic>
        <p:nvPicPr>
          <p:cNvPr id="1028" name="Picture 4" descr=" 2 pcs Portable 300 ml Humidificateur USB À Ultrasons Éblouissement Tasse Diffuseur D'arôme Cool Mist Maker Humidificateur D'air Purificateur Avec Lumière Romantique">
            <a:extLst>
              <a:ext uri="{FF2B5EF4-FFF2-40B4-BE49-F238E27FC236}">
                <a16:creationId xmlns:a16="http://schemas.microsoft.com/office/drawing/2014/main" id="{A88C943C-63C1-8839-EB31-DAE284BB96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1265" y="1908670"/>
            <a:ext cx="2063097" cy="20630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Météo | TF1">
            <a:extLst>
              <a:ext uri="{FF2B5EF4-FFF2-40B4-BE49-F238E27FC236}">
                <a16:creationId xmlns:a16="http://schemas.microsoft.com/office/drawing/2014/main" id="{698B290F-38A6-AB8A-776F-DC6960EE05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5152" y="2339894"/>
            <a:ext cx="2324363" cy="1394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8" descr="Sud Ouest — Wikipédia">
            <a:extLst>
              <a:ext uri="{FF2B5EF4-FFF2-40B4-BE49-F238E27FC236}">
                <a16:creationId xmlns:a16="http://schemas.microsoft.com/office/drawing/2014/main" id="{3610B447-7938-5F87-6F74-4F4A7EFB76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8562" y="2447543"/>
            <a:ext cx="1461866" cy="11793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>
        <p14:ripple/>
      </p:transition>
    </mc:Choice>
    <mc:Fallback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C1B6E64-DDC1-6AB7-5E6F-63D483C7C2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r-FR" dirty="0"/>
              <a:t>Gestion d’affichage</a:t>
            </a:r>
          </a:p>
        </p:txBody>
      </p:sp>
    </p:spTree>
    <p:extLst>
      <p:ext uri="{BB962C8B-B14F-4D97-AF65-F5344CB8AC3E}">
        <p14:creationId xmlns:p14="http://schemas.microsoft.com/office/powerpoint/2010/main" val="11722179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>
        <p14:ripple/>
      </p:transition>
    </mc:Choice>
    <mc:Fallback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E37BB13-4AF5-4C37-A4E4-C8EBF618E4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9860" y="365760"/>
            <a:ext cx="10318690" cy="1325880"/>
          </a:xfrm>
        </p:spPr>
        <p:txBody>
          <a:bodyPr rtlCol="0"/>
          <a:lstStyle/>
          <a:p>
            <a:pPr rtl="0"/>
            <a:r>
              <a:rPr lang="fr-FR" dirty="0"/>
              <a:t>Gestion d’affichage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id="{FB02A17B-8C7F-4600-9FBE-49BE31E3E1F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294985" y="2417199"/>
            <a:ext cx="4114800" cy="428755"/>
          </a:xfrm>
        </p:spPr>
        <p:txBody>
          <a:bodyPr rtlCol="0"/>
          <a:lstStyle/>
          <a:p>
            <a:pPr rtl="0"/>
            <a:r>
              <a:rPr lang="fr-FR" dirty="0"/>
              <a:t>BEAUTÉ</a:t>
            </a:r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id="{107A6D8A-72F9-4BD4-A4AE-69013301D93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294985" y="2907588"/>
            <a:ext cx="4114800" cy="428755"/>
          </a:xfrm>
        </p:spPr>
        <p:txBody>
          <a:bodyPr rtlCol="0"/>
          <a:lstStyle/>
          <a:p>
            <a:pPr rtl="0"/>
            <a:r>
              <a:rPr lang="fr-FR" dirty="0"/>
              <a:t>ERGONOMIE </a:t>
            </a:r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id="{B3247631-4CDA-4DAE-BFB7-19E0E06A3FE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94985" y="3464739"/>
            <a:ext cx="4114800" cy="428755"/>
          </a:xfrm>
        </p:spPr>
        <p:txBody>
          <a:bodyPr rtlCol="0"/>
          <a:lstStyle/>
          <a:p>
            <a:pPr rtl="0"/>
            <a:r>
              <a:rPr lang="fr-FR" dirty="0"/>
              <a:t>PRATICITÉ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7F67EAD8-DD92-4AEB-8BE7-53E5FA194B4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294985" y="4024802"/>
            <a:ext cx="4114800" cy="428755"/>
          </a:xfrm>
        </p:spPr>
        <p:txBody>
          <a:bodyPr rtlCol="0"/>
          <a:lstStyle/>
          <a:p>
            <a:pPr rtl="0"/>
            <a:r>
              <a:rPr lang="fr-FR" dirty="0"/>
              <a:t>ACCESSIBILITÉ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15F5CAEF-2A13-4560-AAF3-0F8CD9FE1CF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fr-FR" dirty="0"/>
              <a:t>09/12/2022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57E114A7-DC0A-4A72-830D-FAA9026E9D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r>
              <a:rPr lang="fr-FR" dirty="0"/>
              <a:t>Magic Mirror – gestion d’affichage</a:t>
            </a:r>
          </a:p>
        </p:txBody>
      </p:sp>
      <p:sp>
        <p:nvSpPr>
          <p:cNvPr id="13" name="Espace réservé du numéro de diapositive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fr-FR" smtClean="0"/>
              <a:pPr rtl="0"/>
              <a:t>4</a:t>
            </a:fld>
            <a:endParaRPr lang="fr-FR"/>
          </a:p>
        </p:txBody>
      </p:sp>
      <p:pic>
        <p:nvPicPr>
          <p:cNvPr id="2050" name="Picture 2" descr="CES 2020 : le retour du miroir connecté... que personne ne peut acheter">
            <a:extLst>
              <a:ext uri="{FF2B5EF4-FFF2-40B4-BE49-F238E27FC236}">
                <a16:creationId xmlns:a16="http://schemas.microsoft.com/office/drawing/2014/main" id="{188C8758-3557-8C76-F143-5A20FCAF17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35326" y="1955625"/>
            <a:ext cx="5071217" cy="27614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Raspberry Pi 3 Modèle B + – Plaque de base, vert : Raspberry-Pi: Amazon.fr:  Informatique">
            <a:extLst>
              <a:ext uri="{FF2B5EF4-FFF2-40B4-BE49-F238E27FC236}">
                <a16:creationId xmlns:a16="http://schemas.microsoft.com/office/drawing/2014/main" id="{2816F98C-7EDA-3964-867E-EF389A9EC2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5722" y="2066925"/>
            <a:ext cx="4048125" cy="2724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>
        <p14:ripple/>
      </p:transition>
    </mc:Choice>
    <mc:Fallback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37E1C88-627C-4655-A4FB-0BB02EDB07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87896"/>
            <a:ext cx="10515600" cy="1325563"/>
          </a:xfrm>
        </p:spPr>
        <p:txBody>
          <a:bodyPr rtlCol="0">
            <a:normAutofit/>
          </a:bodyPr>
          <a:lstStyle/>
          <a:p>
            <a:pPr rtl="0"/>
            <a:r>
              <a:rPr lang="fr-FR" dirty="0"/>
              <a:t>Choix du langage de développement</a:t>
            </a:r>
          </a:p>
        </p:txBody>
      </p:sp>
      <p:sp>
        <p:nvSpPr>
          <p:cNvPr id="22" name="Espace réservé du texte 21">
            <a:extLst>
              <a:ext uri="{FF2B5EF4-FFF2-40B4-BE49-F238E27FC236}">
                <a16:creationId xmlns:a16="http://schemas.microsoft.com/office/drawing/2014/main" id="{41C0EB39-C787-49D7-A223-0B9A01FCA197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774846" y="1422731"/>
            <a:ext cx="2284413" cy="2743200"/>
          </a:xfrm>
        </p:spPr>
        <p:txBody>
          <a:bodyPr rtlCol="0">
            <a:normAutofit/>
          </a:bodyPr>
          <a:lstStyle/>
          <a:p>
            <a:pPr marL="285750" indent="-285750" rtl="0">
              <a:buFontTx/>
              <a:buChar char="-"/>
            </a:pPr>
            <a:r>
              <a:rPr lang="fr-FR" noProof="1"/>
              <a:t>Python </a:t>
            </a:r>
          </a:p>
          <a:p>
            <a:pPr lvl="1"/>
            <a:r>
              <a:rPr lang="fr-FR" noProof="1"/>
              <a:t>    ° kinter </a:t>
            </a:r>
          </a:p>
          <a:p>
            <a:pPr lvl="1"/>
            <a:r>
              <a:rPr lang="fr-FR" noProof="1"/>
              <a:t>    ° Pygame</a:t>
            </a:r>
          </a:p>
        </p:txBody>
      </p:sp>
      <p:sp>
        <p:nvSpPr>
          <p:cNvPr id="20" name="Espace réservé du texte 19">
            <a:extLst>
              <a:ext uri="{FF2B5EF4-FFF2-40B4-BE49-F238E27FC236}">
                <a16:creationId xmlns:a16="http://schemas.microsoft.com/office/drawing/2014/main" id="{96A25842-BD20-438E-8C0B-8759A486D43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212975" y="1425011"/>
            <a:ext cx="2282825" cy="2743200"/>
          </a:xfrm>
        </p:spPr>
        <p:txBody>
          <a:bodyPr rtlCol="0">
            <a:normAutofit/>
          </a:bodyPr>
          <a:lstStyle/>
          <a:p>
            <a:pPr marL="285750" indent="-285750" rtl="0">
              <a:buFontTx/>
              <a:buChar char="-"/>
            </a:pPr>
            <a:r>
              <a:rPr lang="fr-FR" noProof="1"/>
              <a:t>HTML </a:t>
            </a:r>
          </a:p>
          <a:p>
            <a:pPr marL="285750" indent="-285750" rtl="0">
              <a:buFontTx/>
              <a:buChar char="-"/>
            </a:pPr>
            <a:r>
              <a:rPr lang="fr-FR" noProof="1"/>
              <a:t>CSS </a:t>
            </a:r>
          </a:p>
          <a:p>
            <a:pPr marL="285750" indent="-285750" rtl="0">
              <a:buFontTx/>
              <a:buChar char="-"/>
            </a:pPr>
            <a:r>
              <a:rPr lang="fr-FR" noProof="1"/>
              <a:t>JavaScrypt</a:t>
            </a:r>
          </a:p>
        </p:txBody>
      </p:sp>
      <p:sp>
        <p:nvSpPr>
          <p:cNvPr id="24" name="Espace réservé du texte 23">
            <a:extLst>
              <a:ext uri="{FF2B5EF4-FFF2-40B4-BE49-F238E27FC236}">
                <a16:creationId xmlns:a16="http://schemas.microsoft.com/office/drawing/2014/main" id="{E8D849D5-F4B3-46F8-8FAA-BFE11319965D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495800" y="3254392"/>
            <a:ext cx="2283712" cy="2743200"/>
          </a:xfrm>
        </p:spPr>
        <p:txBody>
          <a:bodyPr rtlCol="0"/>
          <a:lstStyle/>
          <a:p>
            <a:pPr rtl="0"/>
            <a:r>
              <a:rPr lang="fr-FR" noProof="1"/>
              <a:t>- Visual Studio Code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F0C024C-955E-4385-A35A-F3CFF3E3B7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6774052" y="1422731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E9D3DB3-C1BA-4868-A961-5C1E6633B0F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2209800" y="1425011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2A6799E-556B-499A-9E05-14516D420B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495800" y="3254392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3CF584F-059A-40C2-93C4-77FF3B60A4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493514" y="3256672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dirty="0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57827957-2A18-4113-A885-6BA5C784BDB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fr-FR" dirty="0"/>
              <a:t>09/12/2022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539C2B3-BF73-4E56-810C-5C72D0ADD1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r>
              <a:rPr lang="fr-FR" dirty="0"/>
              <a:t>Magic Mirror – Gestion d’affichage</a:t>
            </a:r>
          </a:p>
        </p:txBody>
      </p:sp>
      <p:sp>
        <p:nvSpPr>
          <p:cNvPr id="85" name="Espace réservé du numéro de diapositive 84">
            <a:extLst>
              <a:ext uri="{FF2B5EF4-FFF2-40B4-BE49-F238E27FC236}">
                <a16:creationId xmlns:a16="http://schemas.microsoft.com/office/drawing/2014/main" id="{5EB842A5-6634-4B31-B78C-639CDAF54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fr-FR" smtClean="0"/>
              <a:pPr rtl="0"/>
              <a:t>5</a:t>
            </a:fld>
            <a:endParaRPr lang="fr-FR" dirty="0"/>
          </a:p>
        </p:txBody>
      </p:sp>
      <p:pic>
        <p:nvPicPr>
          <p:cNvPr id="13" name="Espace réservé du contenu 12">
            <a:extLst>
              <a:ext uri="{FF2B5EF4-FFF2-40B4-BE49-F238E27FC236}">
                <a16:creationId xmlns:a16="http://schemas.microsoft.com/office/drawing/2014/main" id="{901FB9E7-5C41-C566-6DE4-4D89B41E3E92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3"/>
          <a:stretch>
            <a:fillRect/>
          </a:stretch>
        </p:blipFill>
        <p:spPr>
          <a:xfrm>
            <a:off x="7359500" y="1422731"/>
            <a:ext cx="1090953" cy="1090953"/>
          </a:xfrm>
        </p:spPr>
      </p:pic>
      <p:pic>
        <p:nvPicPr>
          <p:cNvPr id="17" name="Espace réservé du contenu 16">
            <a:extLst>
              <a:ext uri="{FF2B5EF4-FFF2-40B4-BE49-F238E27FC236}">
                <a16:creationId xmlns:a16="http://schemas.microsoft.com/office/drawing/2014/main" id="{73307C0A-2B4A-9544-DD90-9DB15A36905B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/>
          <a:stretch>
            <a:fillRect/>
          </a:stretch>
        </p:blipFill>
        <p:spPr>
          <a:xfrm>
            <a:off x="2764092" y="1478986"/>
            <a:ext cx="1177416" cy="1317625"/>
          </a:xfrm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FAB5D88A-539A-2EB5-9146-161AAF412CC6}"/>
              </a:ext>
            </a:extLst>
          </p:cNvPr>
          <p:cNvPicPr>
            <a:picLocks noGrp="1" noChangeAspect="1" noChangeArrowheads="1"/>
          </p:cNvPicPr>
          <p:nvPr>
            <p:ph sz="quarter" idx="17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4431" y="3387725"/>
            <a:ext cx="1316038" cy="13160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4017950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>
        <p14:ripple/>
      </p:transition>
    </mc:Choice>
    <mc:Fallback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29DE7F2-E890-4744-88DD-A75F5E3005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algn="ctr" rtl="0"/>
            <a:r>
              <a:rPr lang="fr-FR" dirty="0"/>
              <a:t>Développement</a:t>
            </a:r>
          </a:p>
        </p:txBody>
      </p:sp>
    </p:spTree>
    <p:extLst>
      <p:ext uri="{BB962C8B-B14F-4D97-AF65-F5344CB8AC3E}">
        <p14:creationId xmlns:p14="http://schemas.microsoft.com/office/powerpoint/2010/main" val="7077891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4400">
        <p14:honeycomb/>
      </p:transition>
    </mc:Choice>
    <mc:Fallback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84385A1-7907-466F-B4A3-C69B010594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1141" y="318331"/>
            <a:ext cx="10809718" cy="1325563"/>
          </a:xfrm>
        </p:spPr>
        <p:txBody>
          <a:bodyPr rtlCol="0"/>
          <a:lstStyle/>
          <a:p>
            <a:pPr rtl="0"/>
            <a:r>
              <a:rPr lang="fr-FR" dirty="0"/>
              <a:t>Conception et design page principale  </a:t>
            </a:r>
          </a:p>
        </p:txBody>
      </p:sp>
      <p:sp>
        <p:nvSpPr>
          <p:cNvPr id="14" name="Espace réservé de la date 13">
            <a:extLst>
              <a:ext uri="{FF2B5EF4-FFF2-40B4-BE49-F238E27FC236}">
                <a16:creationId xmlns:a16="http://schemas.microsoft.com/office/drawing/2014/main" id="{2C3A17A7-B59A-4E68-9B7D-4FD6F57E768F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fr-FR" dirty="0"/>
              <a:t>09/12/2022</a:t>
            </a:r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12B414F9-DCDA-42C7-9094-5A64C27E325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r>
              <a:rPr lang="fr-FR" dirty="0"/>
              <a:t>Magic Mirror – Gestion d’affichage </a:t>
            </a:r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9A45E72-311B-492D-8FFD-649E1B03208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19B51A1E-902D-48AF-9020-955120F399B6}" type="slidenum">
              <a:rPr lang="fr-FR" smtClean="0"/>
              <a:pPr rtl="0"/>
              <a:t>7</a:t>
            </a:fld>
            <a:endParaRPr lang="fr-FR" dirty="0"/>
          </a:p>
        </p:txBody>
      </p:sp>
      <p:pic>
        <p:nvPicPr>
          <p:cNvPr id="25" name="Image 24">
            <a:extLst>
              <a:ext uri="{FF2B5EF4-FFF2-40B4-BE49-F238E27FC236}">
                <a16:creationId xmlns:a16="http://schemas.microsoft.com/office/drawing/2014/main" id="{34800B26-2E3A-539E-D200-9BB9548253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3603" y="1793593"/>
            <a:ext cx="5359889" cy="3270813"/>
          </a:xfrm>
          <a:prstGeom prst="rect">
            <a:avLst/>
          </a:prstGeom>
        </p:spPr>
      </p:pic>
      <p:pic>
        <p:nvPicPr>
          <p:cNvPr id="27" name="Image 26">
            <a:extLst>
              <a:ext uri="{FF2B5EF4-FFF2-40B4-BE49-F238E27FC236}">
                <a16:creationId xmlns:a16="http://schemas.microsoft.com/office/drawing/2014/main" id="{2066AFDD-AD45-5D03-4CFC-8AC04433E9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60955" y="1790722"/>
            <a:ext cx="6331045" cy="3270813"/>
          </a:xfrm>
          <a:prstGeom prst="rect">
            <a:avLst/>
          </a:prstGeom>
        </p:spPr>
      </p:pic>
      <p:sp>
        <p:nvSpPr>
          <p:cNvPr id="28" name="ZoneTexte 27">
            <a:extLst>
              <a:ext uri="{FF2B5EF4-FFF2-40B4-BE49-F238E27FC236}">
                <a16:creationId xmlns:a16="http://schemas.microsoft.com/office/drawing/2014/main" id="{8571EA2B-91EE-C86A-1676-93AB9E1E671F}"/>
              </a:ext>
            </a:extLst>
          </p:cNvPr>
          <p:cNvSpPr txBox="1"/>
          <p:nvPr/>
        </p:nvSpPr>
        <p:spPr>
          <a:xfrm>
            <a:off x="444381" y="5358062"/>
            <a:ext cx="42814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/>
              <a:t>UX DESIGN </a:t>
            </a:r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id="{BD3B4922-63C1-9FAA-3989-36A0C847C1B2}"/>
              </a:ext>
            </a:extLst>
          </p:cNvPr>
          <p:cNvSpPr txBox="1"/>
          <p:nvPr/>
        </p:nvSpPr>
        <p:spPr>
          <a:xfrm>
            <a:off x="6885755" y="5395939"/>
            <a:ext cx="42814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/>
              <a:t>PAGE WEB LOCAL </a:t>
            </a:r>
          </a:p>
        </p:txBody>
      </p:sp>
    </p:spTree>
    <p:extLst>
      <p:ext uri="{BB962C8B-B14F-4D97-AF65-F5344CB8AC3E}">
        <p14:creationId xmlns:p14="http://schemas.microsoft.com/office/powerpoint/2010/main" val="204666079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4400">
        <p14:honeycomb/>
      </p:transition>
    </mc:Choice>
    <mc:Fallback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re 22">
            <a:extLst>
              <a:ext uri="{FF2B5EF4-FFF2-40B4-BE49-F238E27FC236}">
                <a16:creationId xmlns:a16="http://schemas.microsoft.com/office/drawing/2014/main" id="{5FB75C3E-5885-49DD-8190-BB1E8C511A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dirty="0"/>
              <a:t>Lecteur de musique 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32271CD-BE6E-4BDA-AE95-037EC2B1465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/>
          <a:p>
            <a:pPr rtl="0"/>
            <a:r>
              <a:rPr lang="fr-FR" dirty="0"/>
              <a:t>Magic Mirror – Gestion d’affichage</a:t>
            </a:r>
          </a:p>
        </p:txBody>
      </p:sp>
      <p:sp>
        <p:nvSpPr>
          <p:cNvPr id="34" name="Espace réservé du numéro de diapositive 33">
            <a:extLst>
              <a:ext uri="{FF2B5EF4-FFF2-40B4-BE49-F238E27FC236}">
                <a16:creationId xmlns:a16="http://schemas.microsoft.com/office/drawing/2014/main" id="{5B126C81-EB34-4B01-A592-C14F87B18B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/>
          <a:p>
            <a:pPr rtl="0"/>
            <a:fld id="{19B51A1E-902D-48AF-9020-955120F399B6}" type="slidenum">
              <a:rPr lang="fr-FR" smtClean="0"/>
              <a:pPr rtl="0"/>
              <a:t>8</a:t>
            </a:fld>
            <a:endParaRPr lang="fr-FR" dirty="0"/>
          </a:p>
        </p:txBody>
      </p:sp>
      <p:sp>
        <p:nvSpPr>
          <p:cNvPr id="35" name="Espace réservé de la date 34">
            <a:extLst>
              <a:ext uri="{FF2B5EF4-FFF2-40B4-BE49-F238E27FC236}">
                <a16:creationId xmlns:a16="http://schemas.microsoft.com/office/drawing/2014/main" id="{49974BE5-90FB-42C0-A67E-03D93A179D73}"/>
              </a:ext>
            </a:extLst>
          </p:cNvPr>
          <p:cNvSpPr>
            <a:spLocks noGrp="1"/>
          </p:cNvSpPr>
          <p:nvPr>
            <p:ph type="dt" sz="half" idx="38"/>
          </p:nvPr>
        </p:nvSpPr>
        <p:spPr/>
        <p:txBody>
          <a:bodyPr rtlCol="0"/>
          <a:lstStyle/>
          <a:p>
            <a:pPr rtl="0"/>
            <a:r>
              <a:rPr lang="fr-FR" dirty="0"/>
              <a:t>09/12/2022</a:t>
            </a:r>
          </a:p>
        </p:txBody>
      </p:sp>
      <p:pic>
        <p:nvPicPr>
          <p:cNvPr id="25" name="Image 24">
            <a:extLst>
              <a:ext uri="{FF2B5EF4-FFF2-40B4-BE49-F238E27FC236}">
                <a16:creationId xmlns:a16="http://schemas.microsoft.com/office/drawing/2014/main" id="{D23C2A2F-7958-B105-F88A-FFF188233B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24300" y="1360734"/>
            <a:ext cx="6143399" cy="46756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130072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4400">
        <p14:honeycomb/>
      </p:transition>
    </mc:Choice>
    <mc:Fallback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Image 11">
            <a:extLst>
              <a:ext uri="{FF2B5EF4-FFF2-40B4-BE49-F238E27FC236}">
                <a16:creationId xmlns:a16="http://schemas.microsoft.com/office/drawing/2014/main" id="{0621C6CA-26C4-9477-D3FE-FA69587DC29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4229"/>
          <a:stretch/>
        </p:blipFill>
        <p:spPr>
          <a:xfrm>
            <a:off x="0" y="0"/>
            <a:ext cx="12192000" cy="6024157"/>
          </a:xfrm>
          <a:prstGeom prst="rect">
            <a:avLst/>
          </a:prstGeom>
        </p:spPr>
      </p:pic>
      <p:sp>
        <p:nvSpPr>
          <p:cNvPr id="4" name="Titre 3">
            <a:extLst>
              <a:ext uri="{FF2B5EF4-FFF2-40B4-BE49-F238E27FC236}">
                <a16:creationId xmlns:a16="http://schemas.microsoft.com/office/drawing/2014/main" id="{FAD2AE59-5630-4D5C-83A9-4CDEF4D7D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/>
          <a:p>
            <a:pPr algn="ctr" rtl="0"/>
            <a:r>
              <a:rPr lang="fr-FR" dirty="0">
                <a:solidFill>
                  <a:schemeClr val="bg1"/>
                </a:solidFill>
              </a:rPr>
              <a:t>Résultat 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5A6B31B0-7B84-475D-961F-09C0191F91A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038600" y="2505075"/>
            <a:ext cx="4114800" cy="3081971"/>
          </a:xfr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fr-FR" noProof="1">
                <a:solidFill>
                  <a:schemeClr val="bg1"/>
                </a:solidFill>
              </a:rPr>
              <a:t> Faire une interface graphique affichant les informations principales .</a:t>
            </a:r>
          </a:p>
          <a:p>
            <a:pPr rtl="0"/>
            <a:r>
              <a:rPr lang="fr-FR" noProof="1">
                <a:solidFill>
                  <a:schemeClr val="bg1"/>
                </a:solidFill>
              </a:rPr>
              <a:t>Proposer plusieurs applications et assistant intélligent à porter de main</a:t>
            </a:r>
          </a:p>
          <a:p>
            <a:pPr rtl="0"/>
            <a:r>
              <a:rPr lang="fr-FR" noProof="1">
                <a:solidFill>
                  <a:schemeClr val="bg1"/>
                </a:solidFill>
              </a:rPr>
              <a:t>Activer des fonctionnalités à partir de cette même page </a:t>
            </a:r>
          </a:p>
          <a:p>
            <a:pPr rtl="0"/>
            <a:r>
              <a:rPr lang="fr-FR" noProof="1">
                <a:solidFill>
                  <a:schemeClr val="bg1"/>
                </a:solidFill>
              </a:rPr>
              <a:t>Intégrer le contrôle vocal </a:t>
            </a:r>
          </a:p>
        </p:txBody>
      </p:sp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34A7F91F-F80F-48F2-952B-1A28BE488E5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fr-FR" dirty="0"/>
              <a:t>09/12/2022</a:t>
            </a:r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1C02236B-A6B0-4EAA-85D3-7D72C9904E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r>
              <a:rPr lang="fr-FR" dirty="0"/>
              <a:t>Magic Mirror – Gestion d’affichage </a:t>
            </a:r>
          </a:p>
        </p:txBody>
      </p:sp>
      <p:sp>
        <p:nvSpPr>
          <p:cNvPr id="38" name="Espace réservé du numéro de diapositive 37">
            <a:extLst>
              <a:ext uri="{FF2B5EF4-FFF2-40B4-BE49-F238E27FC236}">
                <a16:creationId xmlns:a16="http://schemas.microsoft.com/office/drawing/2014/main" id="{AFE5268B-0629-492C-B633-766DE4F3A0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fr-FR" smtClean="0"/>
              <a:pPr rtl="0"/>
              <a:t>9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516945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4400">
        <p14:honeycomb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re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77084" y="3429000"/>
            <a:ext cx="1808632" cy="645660"/>
          </a:xfrm>
        </p:spPr>
        <p:txBody>
          <a:bodyPr rtlCol="0"/>
          <a:lstStyle/>
          <a:p>
            <a:pPr rtl="0"/>
            <a:r>
              <a:rPr lang="fr-FR" dirty="0"/>
              <a:t>MERCI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5E9C9CF3-789B-4F9F-8F03-9C35C87C63C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fr-FR" dirty="0"/>
              <a:t>09/12/2022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AB42D8F5-6E48-4FFF-A481-0691675809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r>
              <a:rPr lang="fr-FR" dirty="0"/>
              <a:t>Magic Mirror – Gestion d’affichage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fr-FR" smtClean="0"/>
              <a:pPr rtl="0"/>
              <a:t>10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6000">
        <p15:prstTrans prst="curtains"/>
      </p:transition>
    </mc:Choice>
    <mc:Fallback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Thème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440_TF16411248_Win32" id="{C2515CFA-C0BF-41E7-A8D5-B8B293DC3B42}" vid="{CCA1884C-1D63-4CF1-9FAD-FEAA43C85CAF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3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{AAD09486-FD48-4E4C-A20A-EC17B80D3503}tf16411248_win32</Template>
  <TotalTime>437</TotalTime>
  <Words>153</Words>
  <Application>Microsoft Office PowerPoint</Application>
  <PresentationFormat>Grand écran</PresentationFormat>
  <Paragraphs>63</Paragraphs>
  <Slides>10</Slides>
  <Notes>9</Notes>
  <HiddenSlides>0</HiddenSlides>
  <MMClips>0</MMClips>
  <ScaleCrop>false</ScaleCrop>
  <HeadingPairs>
    <vt:vector size="6" baseType="variant">
      <vt:variant>
        <vt:lpstr>Polices utilisées</vt:lpstr>
      </vt:variant>
      <vt:variant>
        <vt:i4>4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10</vt:i4>
      </vt:variant>
    </vt:vector>
  </HeadingPairs>
  <TitlesOfParts>
    <vt:vector size="15" baseType="lpstr">
      <vt:lpstr>Arial</vt:lpstr>
      <vt:lpstr>Avenir Next LT Pro Light</vt:lpstr>
      <vt:lpstr>Calibri</vt:lpstr>
      <vt:lpstr>Posterama</vt:lpstr>
      <vt:lpstr>Thème Office</vt:lpstr>
      <vt:lpstr>Magic Mirror </vt:lpstr>
      <vt:lpstr>À PROPOS</vt:lpstr>
      <vt:lpstr>Gestion d’affichage</vt:lpstr>
      <vt:lpstr>Gestion d’affichage</vt:lpstr>
      <vt:lpstr>Choix du langage de développement</vt:lpstr>
      <vt:lpstr>Développement</vt:lpstr>
      <vt:lpstr>Conception et design page principale  </vt:lpstr>
      <vt:lpstr>Lecteur de musique </vt:lpstr>
      <vt:lpstr>Résultat </vt:lpstr>
      <vt:lpstr>MERCI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Magic Mirror </dc:title>
  <dc:creator>Anton Nabholz</dc:creator>
  <cp:lastModifiedBy>Anton Nabholz</cp:lastModifiedBy>
  <cp:revision>12</cp:revision>
  <dcterms:created xsi:type="dcterms:W3CDTF">2022-12-09T08:31:16Z</dcterms:created>
  <dcterms:modified xsi:type="dcterms:W3CDTF">2022-12-09T16:00:03Z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